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858000" cy="9144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화면명"/>
          <p:cNvSpPr txBox="1"/>
          <p:nvPr/>
        </p:nvSpPr>
        <p:spPr>
          <a:xfrm>
            <a:off x="274320" y="91440"/>
            <a:ext cx="6300000" cy="365760"/>
          </a:xfrm>
          <a:prstGeom prst="rect">
            <a:avLst/>
          </a:prstGeom>
        </p:spPr>
        <p:txBody>
          <a:bodyPr/>
          <a:lstStyle/>
          <a:p>
            <a:r>
              <a:rPr lang="ko-KR" b="1" sz="1800"/>
              <a:t>화면명: 검색 페이지(키워드 검색)</a:t>
            </a:r>
          </a:p>
        </p:txBody>
      </p:sp>
      <p:pic>
        <p:nvPicPr>
          <p:cNvPr id="3" name="wirefram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3048000" cy="4953000"/>
          </a:xfrm>
          <a:prstGeom prst="rect">
            <a:avLst/>
          </a:prstGeom>
        </p:spPr>
      </p:pic>
      <p:sp>
        <p:nvSpPr>
          <p:cNvPr id="4" name="Description"/>
          <p:cNvSpPr txBox="1"/>
          <p:nvPr/>
        </p:nvSpPr>
        <p:spPr>
          <a:xfrm>
            <a:off x="3505200" y="548640"/>
            <a:ext cx="3078480" cy="4953000"/>
          </a:xfrm>
          <a:prstGeom prst="rect">
            <a:avLst/>
          </a:prstGeom>
          <a:solidFill>
            <a:srgbClr val="F5F5F7"/>
          </a:solidFill>
        </p:spPr>
        <p:txBody>
          <a:bodyPr wrap="square">
            <a:normAutofit/>
          </a:bodyPr>
          <a:lstStyle/>
          <a:p>
            <a:r>
              <a:rPr lang="ko-KR" b="1" sz="1400"/>
              <a:t>Description (화면설명)</a:t>
            </a:r>
          </a:p>
          <a:p>
            <a:r>
              <a:rPr lang="ko-KR" sz="1200"/>
              <a:t>1. 클릭 시 키워드를 입력해 검색을 실행한다</a:t>
            </a:r>
          </a:p>
          <a:p>
            <a:r>
              <a:rPr lang="ko-KR" sz="1200"/>
              <a:t>2. 검색 결과 썸네일 클릭 시 뷰 페이지로 이동한다</a:t>
            </a:r>
          </a:p>
          <a:p>
            <a:r>
              <a:rPr lang="ko-KR" sz="1200"/>
              <a:t>3. 키워드 미입력 시 검색 버튼은 비활성화 처리한다</a:t>
            </a:r>
          </a:p>
          <a:p>
            <a:r>
              <a:rPr lang="ko-KR" sz="1200"/>
              <a:t>4. 검색 결과가 없는 경우 안내 문구를 노출한다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화면명"/>
          <p:cNvSpPr txBox="1"/>
          <p:nvPr/>
        </p:nvSpPr>
        <p:spPr>
          <a:xfrm>
            <a:off x="274320" y="91440"/>
            <a:ext cx="6300000" cy="365760"/>
          </a:xfrm>
          <a:prstGeom prst="rect">
            <a:avLst/>
          </a:prstGeom>
        </p:spPr>
        <p:txBody>
          <a:bodyPr/>
          <a:lstStyle/>
          <a:p>
            <a:r>
              <a:rPr lang="ko-KR" b="1" sz="1800"/>
              <a:t>화면명: 뷰 페이지</a:t>
            </a:r>
          </a:p>
        </p:txBody>
      </p:sp>
      <p:pic>
        <p:nvPicPr>
          <p:cNvPr id="3" name="wirefram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3048000" cy="4953000"/>
          </a:xfrm>
          <a:prstGeom prst="rect">
            <a:avLst/>
          </a:prstGeom>
        </p:spPr>
      </p:pic>
      <p:sp>
        <p:nvSpPr>
          <p:cNvPr id="4" name="Description"/>
          <p:cNvSpPr txBox="1"/>
          <p:nvPr/>
        </p:nvSpPr>
        <p:spPr>
          <a:xfrm>
            <a:off x="3505200" y="548640"/>
            <a:ext cx="3078480" cy="4953000"/>
          </a:xfrm>
          <a:prstGeom prst="rect">
            <a:avLst/>
          </a:prstGeom>
          <a:solidFill>
            <a:srgbClr val="F5F5F7"/>
          </a:solidFill>
        </p:spPr>
        <p:txBody>
          <a:bodyPr wrap="square">
            <a:normAutofit/>
          </a:bodyPr>
          <a:lstStyle/>
          <a:p>
            <a:r>
              <a:rPr lang="ko-KR" b="1" sz="1400"/>
              <a:t>Description (화면설명)</a:t>
            </a:r>
          </a:p>
          <a:p>
            <a:r>
              <a:rPr lang="ko-KR" sz="1200"/>
              <a:t>1. 클릭 시 유사 이미지 검색 결과 페이지로 이동한다.</a:t>
            </a:r>
          </a:p>
          <a:p>
            <a:r>
              <a:rPr lang="ko-KR" sz="1200"/>
              <a:t>2. 사용자 계정 클릭 시 프로필 페이지로 이동한다(단, 탈퇴한 계정인 경우 이동하지 않음)</a:t>
            </a:r>
          </a:p>
          <a:p>
            <a:r>
              <a:rPr lang="ko-KR" sz="1200"/>
              <a:t>3. 클릭 시 댓글 삭제(댓글 삭제 버튼은 해당 계정 사용자에게만 노출)</a:t>
            </a:r>
          </a:p>
          <a:p>
            <a:r>
              <a:rPr lang="ko-KR" sz="1200"/>
              <a:t>4. 댓글 저장 버튼</a:t>
            </a:r>
          </a:p>
          <a:p>
            <a:r>
              <a:rPr lang="ko-KR" sz="1200"/>
              <a:t>6. 좋아요 버튼</a:t>
            </a:r>
          </a:p>
          <a:p>
            <a:r>
              <a:rPr lang="ko-KR" sz="1200"/>
              <a:t>6. 다운로드 버튼</a:t>
            </a:r>
          </a:p>
          <a:p>
            <a:r>
              <a:rPr lang="ko-KR" sz="1200"/>
              <a:t>7. 조건에 따라 노출</a:t>
            </a:r>
          </a:p>
          <a:p>
            <a:r>
              <a:rPr lang="ko-KR" sz="1200"/>
              <a:t>8. 클릭 시 유사 이미지 검색 결과 페이지로 이동한다.</a:t>
            </a:r>
          </a:p>
          <a:p>
            <a:r>
              <a:rPr lang="ko-KR" sz="1200"/>
              <a:t>9. D페이지로 이동</a:t>
            </a:r>
          </a:p>
          <a:p>
            <a:r>
              <a:rPr lang="ko-KR" sz="1200"/>
              <a:t>10. 버튼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ample Theme">
  <a:themeElements>
    <a:clrScheme name="Sampl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FCimg 스토리보드 샘플</dc:title>
  <dc:creator>디지털서비스기획팀</dc:creator>
  <cp:lastModifiedBy>디지털서비스기획팀</cp:lastModifiedBy>
  <dcterms:created xsi:type="dcterms:W3CDTF">2026-08-13T00:00:00Z</dcterms:created>
  <dcterms:modified xsi:type="dcterms:W3CDTF">2026-08-13T00:00:00Z</dcterms:modified>
</cp:coreProperties>
</file>